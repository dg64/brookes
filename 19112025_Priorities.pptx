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8" r:id="rId23"/>
    <p:sldId id="297" r:id="rId24"/>
    <p:sldId id="27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9144000" cy="5143500" type="screen16x9"/>
  <p:notesSz cx="6858000" cy="9144000"/>
  <p:embeddedFontLs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Playfair Display" pitchFamily="2" charset="77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gV/MMzJ5CM0vaBzWHGS4mbdOHb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418"/>
  </p:normalViewPr>
  <p:slideViewPr>
    <p:cSldViewPr snapToGrid="0">
      <p:cViewPr varScale="1">
        <p:scale>
          <a:sx n="146" d="100"/>
          <a:sy n="146" d="100"/>
        </p:scale>
        <p:origin x="176" y="2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8fd40351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68fd40351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153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740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914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68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00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671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076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730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047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8591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4121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638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012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944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961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881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852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591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6586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7501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2509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fd40351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68fd40351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638e65b3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e638e65b3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6454367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2e6454367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63a9a2a8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e63a9a2a8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3949199"/>
            <a:ext cx="1871300" cy="2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1031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photo">
  <p:cSld name="SECTION_TITLE_AND_DESCRIPTION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33309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 1">
  <p:cSld name="CUSTOM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4177799"/>
            <a:ext cx="1871300" cy="2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 txBox="1"/>
          <p:nvPr/>
        </p:nvSpPr>
        <p:spPr>
          <a:xfrm>
            <a:off x="1908122" y="3511525"/>
            <a:ext cx="530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Lazorevyy proezd 7, Moscow, Russia, 129323</a:t>
            </a:r>
            <a:endParaRPr sz="12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admissions@moscow.brookes.org  </a:t>
            </a:r>
            <a:endParaRPr sz="12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0269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 2">
  <p:cSld name="CUSTOM_2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4177799"/>
            <a:ext cx="1871300" cy="2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/>
          <p:nvPr/>
        </p:nvSpPr>
        <p:spPr>
          <a:xfrm>
            <a:off x="1908122" y="3511525"/>
            <a:ext cx="530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WWW.MOSCOW.BROOKES.ORG</a:t>
            </a:r>
            <a:endParaRPr sz="16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" name="Google Shape;4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0269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photo 2">
  <p:cSld name="SECTION_TITLE_AND_DESCRIPTION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4808625" y="163840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ubTitle" idx="1"/>
          </p:nvPr>
        </p:nvSpPr>
        <p:spPr>
          <a:xfrm>
            <a:off x="4808625" y="32083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1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>
            <a:spLocks noGrp="1"/>
          </p:cNvSpPr>
          <p:nvPr>
            <p:ph type="pic" idx="2"/>
          </p:nvPr>
        </p:nvSpPr>
        <p:spPr>
          <a:xfrm>
            <a:off x="17625" y="17625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311700" y="889200"/>
            <a:ext cx="25875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311700" y="1673485"/>
            <a:ext cx="258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2"/>
          </p:nvPr>
        </p:nvSpPr>
        <p:spPr>
          <a:xfrm>
            <a:off x="3258850" y="1673485"/>
            <a:ext cx="2750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3"/>
          </p:nvPr>
        </p:nvSpPr>
        <p:spPr>
          <a:xfrm>
            <a:off x="6207725" y="1673485"/>
            <a:ext cx="2750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title" idx="4"/>
          </p:nvPr>
        </p:nvSpPr>
        <p:spPr>
          <a:xfrm>
            <a:off x="3259725" y="889200"/>
            <a:ext cx="25875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title" idx="5"/>
          </p:nvPr>
        </p:nvSpPr>
        <p:spPr>
          <a:xfrm>
            <a:off x="6207750" y="889200"/>
            <a:ext cx="2587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 1">
  <p:cSld name="TITLE_AND_TWO_COLUMNS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>
            <a:spLocks noGrp="1"/>
          </p:cNvSpPr>
          <p:nvPr>
            <p:ph type="title"/>
          </p:nvPr>
        </p:nvSpPr>
        <p:spPr>
          <a:xfrm>
            <a:off x="311700" y="889200"/>
            <a:ext cx="25875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1"/>
          </p:nvPr>
        </p:nvSpPr>
        <p:spPr>
          <a:xfrm>
            <a:off x="311700" y="1673485"/>
            <a:ext cx="258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12775" y="-9600"/>
            <a:ext cx="9156775" cy="51552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None/>
              <a:defRPr sz="2800" b="1" i="0" u="none" strike="noStrike" cap="none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9" name="Google Shape;9;p12"/>
          <p:cNvPicPr preferRelativeResize="0"/>
          <p:nvPr/>
        </p:nvPicPr>
        <p:blipFill rotWithShape="1">
          <a:blip r:embed="rId21">
            <a:alphaModFix/>
          </a:blip>
          <a:srcRect l="5349" t="20452" r="21474" b="20452"/>
          <a:stretch/>
        </p:blipFill>
        <p:spPr>
          <a:xfrm>
            <a:off x="7013475" y="193175"/>
            <a:ext cx="2130523" cy="7175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8fd403519_1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 dirty="0"/>
              <a:t>Priorities</a:t>
            </a:r>
            <a:endParaRPr sz="52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020" dirty="0"/>
          </a:p>
        </p:txBody>
      </p:sp>
      <p:sp>
        <p:nvSpPr>
          <p:cNvPr id="80" name="Google Shape;80;g368fd403519_1_2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28" name="Picture 4" descr="Establishing Strategic Priorities">
            <a:extLst>
              <a:ext uri="{FF2B5EF4-FFF2-40B4-BE49-F238E27FC236}">
                <a16:creationId xmlns:a16="http://schemas.microsoft.com/office/drawing/2014/main" id="{6E38BA45-FCB0-DC24-E457-8A7D2CEF5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405" y="1319725"/>
            <a:ext cx="6696892" cy="375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much time of your day is devoted to study?</a:t>
            </a:r>
            <a:endParaRPr sz="18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What is a priority?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Order of execution of an activity that is meant to </a:t>
            </a:r>
            <a:r>
              <a:rPr lang="en" sz="5200" b="1" dirty="0" err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achi</a:t>
            </a:r>
            <a:r>
              <a:rPr lang="en-GB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" sz="5200" b="1" dirty="0" err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</a:t>
            </a:r>
            <a:r>
              <a:rPr lang="en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 goal</a:t>
            </a:r>
            <a:endParaRPr sz="18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4615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What is a goal?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goal is an objective or a result that we want to achieve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A goal is </a:t>
            </a:r>
            <a:r>
              <a:rPr lang="en-US" sz="52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like a destination</a:t>
            </a:r>
            <a:endParaRPr sz="18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2787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What is a goal?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 we get there?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endParaRPr lang="en-US" sz="5200" b="1" i="0" u="none" strike="noStrike" cap="none" dirty="0">
              <a:solidFill>
                <a:srgbClr val="0D2C6B"/>
              </a:solidFill>
              <a:latin typeface="Playfair Display"/>
              <a:ea typeface="Lato"/>
              <a:cs typeface="Lato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36091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What is a goal?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S.M.A.R.T.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Simple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Measurable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Achievable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Realistic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Time Constraint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9331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Smart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Think about a goal that you want to achieve in 1 year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And a goal that you want to achieve in 2-5 years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0555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/>
              <a:t>sMart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will you measure the achievement of your goals?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9978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/>
              <a:t>smArt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your goal achievable?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Do you have enough resources to allocate?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(Time)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19303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 we manage time so that we can achieve our goals?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79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 we manage time so that we can achieve our goals?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6351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List the activities that you carry out in a day, regardless if they related to the achievement of your goals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1241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Classify your activities in three categories: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Urgent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Important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Others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59455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Urgent activities are the one that, if not completed, will get you in trouble.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Get them out of the way.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endParaRPr lang="en-US" sz="3600" b="1" i="0" u="none" strike="noStrike" cap="none" dirty="0">
              <a:solidFill>
                <a:srgbClr val="0D2C6B"/>
              </a:solidFill>
              <a:latin typeface="Playfair Display"/>
              <a:ea typeface="Lato"/>
              <a:cs typeface="Lato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You should never have urgent activities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7563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Important activities are the ones that will lead you to the achievement of your goals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67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Other activities are the ones that are not necessarily related to the achievement of a goal, but that we have or we want to carry out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36513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Create a daily To—Do list that includes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Activities from all these categories.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Be realistic with the time assigned to each activity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Be honest. List everything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49837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-2005636" y="1319725"/>
            <a:ext cx="13279334" cy="546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0" name="Picture 2" descr="eat an elephant? – Grace in Waves">
            <a:extLst>
              <a:ext uri="{FF2B5EF4-FFF2-40B4-BE49-F238E27FC236}">
                <a16:creationId xmlns:a16="http://schemas.microsoft.com/office/drawing/2014/main" id="{891C42A7-16B9-2642-E195-7DA75B084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097" y="1333499"/>
            <a:ext cx="5356723" cy="404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74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One Bite at a Time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If you have an activity that can not be completed in one day, split it in several daily sub activities, each one with a specific goal.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27548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Trial and Error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Check how many activities have you completed at the end of the day and then create a To-Do list for the next day.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Adjust your time estimations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6303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Adapt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Be flexible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Priorities </a:t>
            </a: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can change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Things that weren’t important may become urgent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Or </a:t>
            </a:r>
            <a:r>
              <a:rPr lang="en-US" sz="3600" b="1" i="0" u="none" strike="noStrike" cap="none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the importance of some goals can change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07851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 b="1" dirty="0">
                <a:solidFill>
                  <a:srgbClr val="0D2C6B"/>
                </a:solidFill>
                <a:latin typeface="Playfair Display"/>
                <a:ea typeface="Lato"/>
                <a:cs typeface="Lato"/>
                <a:sym typeface="Playfair Display"/>
              </a:rPr>
              <a:t>Sometimes it rains</a:t>
            </a:r>
            <a:endParaRPr sz="11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02315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654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dirty="0">
                <a:solidFill>
                  <a:srgbClr val="7030A0"/>
                </a:solidFill>
              </a:rPr>
              <a:t>End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00" name="Google Shape;20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8644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 b="1" dirty="0">
                <a:solidFill>
                  <a:srgbClr val="7030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 sz="1100" b="1" dirty="0">
              <a:solidFill>
                <a:srgbClr val="7030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10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>
            <a:spLocks noGrp="1"/>
          </p:cNvSpPr>
          <p:nvPr>
            <p:ph type="title"/>
          </p:nvPr>
        </p:nvSpPr>
        <p:spPr>
          <a:xfrm>
            <a:off x="220375" y="64222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 dirty="0"/>
          </a:p>
        </p:txBody>
      </p:sp>
      <p:sp>
        <p:nvSpPr>
          <p:cNvPr id="153" name="Google Shape;153;p3"/>
          <p:cNvSpPr txBox="1">
            <a:spLocks noGrp="1"/>
          </p:cNvSpPr>
          <p:nvPr>
            <p:ph type="subTitle" idx="1"/>
          </p:nvPr>
        </p:nvSpPr>
        <p:spPr>
          <a:xfrm>
            <a:off x="220375" y="2334875"/>
            <a:ext cx="4045200" cy="21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8fd403519_0_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9" name="Google Shape;159;g368fd403519_0_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71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72" name="Google Shape;172;p6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73" name="Google Shape;173;p6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638e65b3d_0_21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79" name="Google Shape;179;g2e638e65b3d_0_21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80" name="Google Shape;180;g2e638e65b3d_0_21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645436769_0_3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86" name="Google Shape;186;g2e645436769_0_3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87" name="Google Shape;187;g2e645436769_0_3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63a9a2a8f_0_3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93" name="Google Shape;193;g2e63a9a2a8f_0_3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94" name="Google Shape;194;g2e63a9a2a8f_0_3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654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200" name="Google Shape;20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8644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u="sng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395</Words>
  <Application>Microsoft Macintosh PowerPoint</Application>
  <PresentationFormat>On-screen Show (16:9)</PresentationFormat>
  <Paragraphs>59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Playfair Display</vt:lpstr>
      <vt:lpstr>Lato</vt:lpstr>
      <vt:lpstr>Simple Light</vt:lpstr>
      <vt:lpstr>PowerPoint Presentation</vt:lpstr>
      <vt:lpstr>Priorities </vt:lpstr>
      <vt:lpstr>Question</vt:lpstr>
      <vt:lpstr>What is a priority?</vt:lpstr>
      <vt:lpstr>What is a goal?</vt:lpstr>
      <vt:lpstr>What is a goal?</vt:lpstr>
      <vt:lpstr>What is a goal?</vt:lpstr>
      <vt:lpstr>Smart</vt:lpstr>
      <vt:lpstr>sMart</vt:lpstr>
      <vt:lpstr>smArt</vt:lpstr>
      <vt:lpstr>Question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One Bite at a Time</vt:lpstr>
      <vt:lpstr>Trial and Error</vt:lpstr>
      <vt:lpstr>Adapt</vt:lpstr>
      <vt:lpstr>PowerPoint Presentation</vt:lpstr>
      <vt:lpstr>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Domenico Galizia</cp:lastModifiedBy>
  <cp:revision>2</cp:revision>
  <cp:lastPrinted>2025-10-13T09:59:23Z</cp:lastPrinted>
  <dcterms:modified xsi:type="dcterms:W3CDTF">2025-10-17T11:04:24Z</dcterms:modified>
</cp:coreProperties>
</file>